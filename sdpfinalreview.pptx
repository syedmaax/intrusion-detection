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5" r:id="rId5"/>
    <p:sldId id="259" r:id="rId6"/>
    <p:sldId id="267" r:id="rId7"/>
    <p:sldId id="275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64" r:id="rId16"/>
    <p:sldId id="26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4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Samuka Mohanty" userId="de72a6df0cff6059" providerId="LiveId" clId="{F049E3EC-33CD-420B-BCFD-67B5BFE57956}"/>
    <pc:docChg chg="addSld modSld">
      <pc:chgData name="Dr. Samuka Mohanty" userId="de72a6df0cff6059" providerId="LiveId" clId="{F049E3EC-33CD-420B-BCFD-67B5BFE57956}" dt="2026-05-03T04:19:10.067" v="16" actId="1076"/>
      <pc:docMkLst>
        <pc:docMk/>
      </pc:docMkLst>
      <pc:sldChg chg="modSp add mod">
        <pc:chgData name="Dr. Samuka Mohanty" userId="de72a6df0cff6059" providerId="LiveId" clId="{F049E3EC-33CD-420B-BCFD-67B5BFE57956}" dt="2026-05-03T04:19:10.067" v="16" actId="1076"/>
        <pc:sldMkLst>
          <pc:docMk/>
          <pc:sldMk cId="0" sldId="256"/>
        </pc:sldMkLst>
        <pc:spChg chg="mod">
          <ac:chgData name="Dr. Samuka Mohanty" userId="de72a6df0cff6059" providerId="LiveId" clId="{F049E3EC-33CD-420B-BCFD-67B5BFE57956}" dt="2026-05-03T04:19:10.067" v="16" actId="1076"/>
          <ac:spMkLst>
            <pc:docMk/>
            <pc:sldMk cId="0" sldId="256"/>
            <ac:spMk id="94" creationId="{00000000-0000-0000-0000-000000000000}"/>
          </ac:spMkLst>
        </pc:spChg>
      </pc:sldChg>
      <pc:sldChg chg="modSp add mod">
        <pc:chgData name="Dr. Samuka Mohanty" userId="de72a6df0cff6059" providerId="LiveId" clId="{F049E3EC-33CD-420B-BCFD-67B5BFE57956}" dt="2026-05-03T04:17:56.927" v="3" actId="207"/>
        <pc:sldMkLst>
          <pc:docMk/>
          <pc:sldMk cId="0" sldId="257"/>
        </pc:sldMkLst>
        <pc:spChg chg="mod">
          <ac:chgData name="Dr. Samuka Mohanty" userId="de72a6df0cff6059" providerId="LiveId" clId="{F049E3EC-33CD-420B-BCFD-67B5BFE57956}" dt="2026-05-03T04:17:56.927" v="3" actId="207"/>
          <ac:spMkLst>
            <pc:docMk/>
            <pc:sldMk cId="0" sldId="257"/>
            <ac:spMk id="101" creationId="{00000000-0000-0000-0000-000000000000}"/>
          </ac:spMkLst>
        </pc:spChg>
      </pc:sldChg>
      <pc:sldChg chg="modSp add mod">
        <pc:chgData name="Dr. Samuka Mohanty" userId="de72a6df0cff6059" providerId="LiveId" clId="{F049E3EC-33CD-420B-BCFD-67B5BFE57956}" dt="2026-05-03T04:18:06.694" v="4" actId="207"/>
        <pc:sldMkLst>
          <pc:docMk/>
          <pc:sldMk cId="0" sldId="258"/>
        </pc:sldMkLst>
        <pc:spChg chg="mod">
          <ac:chgData name="Dr. Samuka Mohanty" userId="de72a6df0cff6059" providerId="LiveId" clId="{F049E3EC-33CD-420B-BCFD-67B5BFE57956}" dt="2026-05-03T04:18:06.694" v="4" actId="207"/>
          <ac:spMkLst>
            <pc:docMk/>
            <pc:sldMk cId="0" sldId="258"/>
            <ac:spMk id="105" creationId="{00000000-0000-0000-0000-000000000000}"/>
          </ac:spMkLst>
        </pc:spChg>
      </pc:sldChg>
      <pc:sldChg chg="modSp add mod">
        <pc:chgData name="Dr. Samuka Mohanty" userId="de72a6df0cff6059" providerId="LiveId" clId="{F049E3EC-33CD-420B-BCFD-67B5BFE57956}" dt="2026-05-03T04:18:17.510" v="6" actId="207"/>
        <pc:sldMkLst>
          <pc:docMk/>
          <pc:sldMk cId="0" sldId="259"/>
        </pc:sldMkLst>
        <pc:spChg chg="mod">
          <ac:chgData name="Dr. Samuka Mohanty" userId="de72a6df0cff6059" providerId="LiveId" clId="{F049E3EC-33CD-420B-BCFD-67B5BFE57956}" dt="2026-05-03T04:18:17.510" v="6" actId="207"/>
          <ac:spMkLst>
            <pc:docMk/>
            <pc:sldMk cId="0" sldId="259"/>
            <ac:spMk id="109" creationId="{00000000-0000-0000-0000-000000000000}"/>
          </ac:spMkLst>
        </pc:spChg>
      </pc:sldChg>
      <pc:sldChg chg="add">
        <pc:chgData name="Dr. Samuka Mohanty" userId="de72a6df0cff6059" providerId="LiveId" clId="{F049E3EC-33CD-420B-BCFD-67B5BFE57956}" dt="2026-05-03T04:16:36.127" v="0"/>
        <pc:sldMkLst>
          <pc:docMk/>
          <pc:sldMk cId="0" sldId="263"/>
        </pc:sldMkLst>
      </pc:sldChg>
      <pc:sldChg chg="add">
        <pc:chgData name="Dr. Samuka Mohanty" userId="de72a6df0cff6059" providerId="LiveId" clId="{F049E3EC-33CD-420B-BCFD-67B5BFE57956}" dt="2026-05-03T04:16:36.127" v="0"/>
        <pc:sldMkLst>
          <pc:docMk/>
          <pc:sldMk cId="0" sldId="264"/>
        </pc:sldMkLst>
      </pc:sldChg>
      <pc:sldChg chg="modSp add mod">
        <pc:chgData name="Dr. Samuka Mohanty" userId="de72a6df0cff6059" providerId="LiveId" clId="{F049E3EC-33CD-420B-BCFD-67B5BFE57956}" dt="2026-05-03T04:18:11.430" v="5" actId="207"/>
        <pc:sldMkLst>
          <pc:docMk/>
          <pc:sldMk cId="1481454852" sldId="265"/>
        </pc:sldMkLst>
        <pc:spChg chg="mod">
          <ac:chgData name="Dr. Samuka Mohanty" userId="de72a6df0cff6059" providerId="LiveId" clId="{F049E3EC-33CD-420B-BCFD-67B5BFE57956}" dt="2026-05-03T04:18:11.430" v="5" actId="207"/>
          <ac:spMkLst>
            <pc:docMk/>
            <pc:sldMk cId="1481454852" sldId="265"/>
            <ac:spMk id="105" creationId="{00000000-0000-0000-0000-000000000000}"/>
          </ac:spMkLst>
        </pc:spChg>
      </pc:sldChg>
      <pc:sldChg chg="modSp add mod">
        <pc:chgData name="Dr. Samuka Mohanty" userId="de72a6df0cff6059" providerId="LiveId" clId="{F049E3EC-33CD-420B-BCFD-67B5BFE57956}" dt="2026-05-03T04:18:23.570" v="7" actId="207"/>
        <pc:sldMkLst>
          <pc:docMk/>
          <pc:sldMk cId="900071537" sldId="267"/>
        </pc:sldMkLst>
        <pc:spChg chg="mod">
          <ac:chgData name="Dr. Samuka Mohanty" userId="de72a6df0cff6059" providerId="LiveId" clId="{F049E3EC-33CD-420B-BCFD-67B5BFE57956}" dt="2026-05-03T04:18:23.570" v="7" actId="207"/>
          <ac:spMkLst>
            <pc:docMk/>
            <pc:sldMk cId="900071537" sldId="267"/>
            <ac:spMk id="109" creationId="{87099D82-27AF-790A-F4C4-8CDA517EDB6D}"/>
          </ac:spMkLst>
        </pc:spChg>
      </pc:sldChg>
      <pc:sldChg chg="modSp add mod">
        <pc:chgData name="Dr. Samuka Mohanty" userId="de72a6df0cff6059" providerId="LiveId" clId="{F049E3EC-33CD-420B-BCFD-67B5BFE57956}" dt="2026-05-03T04:18:31.724" v="9" actId="207"/>
        <pc:sldMkLst>
          <pc:docMk/>
          <pc:sldMk cId="2534295434" sldId="268"/>
        </pc:sldMkLst>
        <pc:spChg chg="mod">
          <ac:chgData name="Dr. Samuka Mohanty" userId="de72a6df0cff6059" providerId="LiveId" clId="{F049E3EC-33CD-420B-BCFD-67B5BFE57956}" dt="2026-05-03T04:18:31.724" v="9" actId="207"/>
          <ac:spMkLst>
            <pc:docMk/>
            <pc:sldMk cId="2534295434" sldId="268"/>
            <ac:spMk id="109" creationId="{C2B8452B-B807-C124-7AEC-AE5ED6AE1FBE}"/>
          </ac:spMkLst>
        </pc:spChg>
      </pc:sldChg>
      <pc:sldChg chg="modSp add mod">
        <pc:chgData name="Dr. Samuka Mohanty" userId="de72a6df0cff6059" providerId="LiveId" clId="{F049E3EC-33CD-420B-BCFD-67B5BFE57956}" dt="2026-05-03T04:18:35.564" v="10" actId="207"/>
        <pc:sldMkLst>
          <pc:docMk/>
          <pc:sldMk cId="323131930" sldId="269"/>
        </pc:sldMkLst>
        <pc:spChg chg="mod">
          <ac:chgData name="Dr. Samuka Mohanty" userId="de72a6df0cff6059" providerId="LiveId" clId="{F049E3EC-33CD-420B-BCFD-67B5BFE57956}" dt="2026-05-03T04:18:35.564" v="10" actId="207"/>
          <ac:spMkLst>
            <pc:docMk/>
            <pc:sldMk cId="323131930" sldId="269"/>
            <ac:spMk id="109" creationId="{C9DF74D6-8542-66F4-E5C8-36EC5552BBBE}"/>
          </ac:spMkLst>
        </pc:spChg>
      </pc:sldChg>
      <pc:sldChg chg="modSp add mod">
        <pc:chgData name="Dr. Samuka Mohanty" userId="de72a6df0cff6059" providerId="LiveId" clId="{F049E3EC-33CD-420B-BCFD-67B5BFE57956}" dt="2026-05-03T04:18:41.178" v="11" actId="207"/>
        <pc:sldMkLst>
          <pc:docMk/>
          <pc:sldMk cId="3267501494" sldId="270"/>
        </pc:sldMkLst>
        <pc:spChg chg="mod">
          <ac:chgData name="Dr. Samuka Mohanty" userId="de72a6df0cff6059" providerId="LiveId" clId="{F049E3EC-33CD-420B-BCFD-67B5BFE57956}" dt="2026-05-03T04:18:41.178" v="11" actId="207"/>
          <ac:spMkLst>
            <pc:docMk/>
            <pc:sldMk cId="3267501494" sldId="270"/>
            <ac:spMk id="109" creationId="{AFE7C81F-6E58-2367-107E-6694BBFC4019}"/>
          </ac:spMkLst>
        </pc:spChg>
      </pc:sldChg>
      <pc:sldChg chg="modSp add mod">
        <pc:chgData name="Dr. Samuka Mohanty" userId="de72a6df0cff6059" providerId="LiveId" clId="{F049E3EC-33CD-420B-BCFD-67B5BFE57956}" dt="2026-05-03T04:18:45.878" v="12" actId="207"/>
        <pc:sldMkLst>
          <pc:docMk/>
          <pc:sldMk cId="1393089956" sldId="271"/>
        </pc:sldMkLst>
        <pc:spChg chg="mod">
          <ac:chgData name="Dr. Samuka Mohanty" userId="de72a6df0cff6059" providerId="LiveId" clId="{F049E3EC-33CD-420B-BCFD-67B5BFE57956}" dt="2026-05-03T04:18:45.878" v="12" actId="207"/>
          <ac:spMkLst>
            <pc:docMk/>
            <pc:sldMk cId="1393089956" sldId="271"/>
            <ac:spMk id="109" creationId="{92160046-EB52-CD90-37C0-AFB11476B9CB}"/>
          </ac:spMkLst>
        </pc:spChg>
      </pc:sldChg>
      <pc:sldChg chg="modSp add mod">
        <pc:chgData name="Dr. Samuka Mohanty" userId="de72a6df0cff6059" providerId="LiveId" clId="{F049E3EC-33CD-420B-BCFD-67B5BFE57956}" dt="2026-05-03T04:18:50.138" v="13" actId="207"/>
        <pc:sldMkLst>
          <pc:docMk/>
          <pc:sldMk cId="553369231" sldId="272"/>
        </pc:sldMkLst>
        <pc:spChg chg="mod">
          <ac:chgData name="Dr. Samuka Mohanty" userId="de72a6df0cff6059" providerId="LiveId" clId="{F049E3EC-33CD-420B-BCFD-67B5BFE57956}" dt="2026-05-03T04:18:50.138" v="13" actId="207"/>
          <ac:spMkLst>
            <pc:docMk/>
            <pc:sldMk cId="553369231" sldId="272"/>
            <ac:spMk id="109" creationId="{9538C986-A499-4BC7-0FC4-41C7F2F0E21A}"/>
          </ac:spMkLst>
        </pc:spChg>
      </pc:sldChg>
      <pc:sldChg chg="modSp add mod">
        <pc:chgData name="Dr. Samuka Mohanty" userId="de72a6df0cff6059" providerId="LiveId" clId="{F049E3EC-33CD-420B-BCFD-67B5BFE57956}" dt="2026-05-03T04:18:54.380" v="14" actId="207"/>
        <pc:sldMkLst>
          <pc:docMk/>
          <pc:sldMk cId="362366037" sldId="273"/>
        </pc:sldMkLst>
        <pc:spChg chg="mod">
          <ac:chgData name="Dr. Samuka Mohanty" userId="de72a6df0cff6059" providerId="LiveId" clId="{F049E3EC-33CD-420B-BCFD-67B5BFE57956}" dt="2026-05-03T04:18:54.380" v="14" actId="207"/>
          <ac:spMkLst>
            <pc:docMk/>
            <pc:sldMk cId="362366037" sldId="273"/>
            <ac:spMk id="109" creationId="{92F14393-9A37-2D02-0344-78D9F6E689B1}"/>
          </ac:spMkLst>
        </pc:spChg>
      </pc:sldChg>
      <pc:sldChg chg="modSp add mod">
        <pc:chgData name="Dr. Samuka Mohanty" userId="de72a6df0cff6059" providerId="LiveId" clId="{F049E3EC-33CD-420B-BCFD-67B5BFE57956}" dt="2026-05-03T04:18:59.702" v="15" actId="207"/>
        <pc:sldMkLst>
          <pc:docMk/>
          <pc:sldMk cId="758775182" sldId="274"/>
        </pc:sldMkLst>
        <pc:spChg chg="mod">
          <ac:chgData name="Dr. Samuka Mohanty" userId="de72a6df0cff6059" providerId="LiveId" clId="{F049E3EC-33CD-420B-BCFD-67B5BFE57956}" dt="2026-05-03T04:18:59.702" v="15" actId="207"/>
          <ac:spMkLst>
            <pc:docMk/>
            <pc:sldMk cId="758775182" sldId="274"/>
            <ac:spMk id="109" creationId="{B60AF336-44CE-7247-0B45-79090645D009}"/>
          </ac:spMkLst>
        </pc:spChg>
      </pc:sldChg>
      <pc:sldChg chg="modSp add mod">
        <pc:chgData name="Dr. Samuka Mohanty" userId="de72a6df0cff6059" providerId="LiveId" clId="{F049E3EC-33CD-420B-BCFD-67B5BFE57956}" dt="2026-05-03T04:18:27.572" v="8" actId="207"/>
        <pc:sldMkLst>
          <pc:docMk/>
          <pc:sldMk cId="4017485065" sldId="275"/>
        </pc:sldMkLst>
        <pc:spChg chg="mod">
          <ac:chgData name="Dr. Samuka Mohanty" userId="de72a6df0cff6059" providerId="LiveId" clId="{F049E3EC-33CD-420B-BCFD-67B5BFE57956}" dt="2026-05-03T04:18:27.572" v="8" actId="207"/>
          <ac:spMkLst>
            <pc:docMk/>
            <pc:sldMk cId="4017485065" sldId="275"/>
            <ac:spMk id="109" creationId="{2E241FF9-5D2F-1BC3-DBC2-17F24C9AB97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A9119-8600-41C0-9D23-A09797EEA137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9126A5-C552-4B90-A95D-802E5060E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52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13622-15DD-42DB-94A2-CC190AAE8F1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452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13622-15DD-42DB-94A2-CC190AAE8F19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7606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5F860-9A4F-A739-3894-FFFD4D760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C36C8E-C388-DF87-EE37-CD35079AF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423D7-4A43-287A-E802-F462B9D6B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C5850-708A-BC00-73F9-B3A04E9C3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65084-8D0D-3938-8EF3-82961716B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06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CD55B-81BD-5F75-AF3E-FC60E438F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C150F-313F-F850-7761-E98456974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B7F43-397F-4BD7-1315-C6BC2BDAD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34C40-4095-2F24-F259-46E8E0CC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EE44F-992A-8414-6120-C2D6F0ED5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755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6EFF2-AB84-9BFF-B9FB-75EDBACF2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BD665-C9F0-C0CB-FD83-58D82EEB0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7FA41-3586-1383-A515-0E75E2978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C64F0-E8A3-E4CD-53B1-3FA0B261B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941AB-F385-A334-4A9E-5A963AD8B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182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7C6F4-BEAA-9993-A83B-44B686724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D61B3-E8EC-1D65-A742-3E1E08BB4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54131-57F3-1C42-2130-768F959D6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08877-4367-622A-3208-CABE98FF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2CD75-9622-2B2D-AA66-D19EAD53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B245C-35BB-68C9-BCFA-2C9A5C9EC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508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7DE10-806C-907C-7430-E358ED060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C441B-D9A5-0866-46E4-00BF73CB0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7710B-6A5A-F6B5-FE2F-5D40AD1C2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77035A-F231-2DE6-25EA-AF87B596FB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BD18A0-27A2-FED4-A218-7B0A6B157A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519596-FD3E-FB50-E40F-65B4892A1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F5FA87-151F-64E8-FD65-E9D7BF052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DFD60A-11FF-FAF5-7B1E-4D87C891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244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A0DE5-26B5-86E6-C95A-DBAD3B08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CB837F-2029-4213-DFB6-06681D163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B3D2DF-E69D-E6E8-8A6D-2DD090362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0085D-05D8-CCF2-E1CC-A458771B9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96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675B02-6C70-4B9F-9A37-084793F5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96A383-F641-4A35-8BFD-5B8523038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A0ED3-8284-6536-B3F0-DD0888D86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881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DB58B-2C7D-7E8E-9544-111AB9649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8196D-020E-D8E7-4736-6A55E1C81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E549AA-ED67-A21A-0FC3-E4D8A0890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E3A13-6704-A573-A354-DE5D11290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ECA55-7393-6137-D922-836DB917B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702CF-081A-2904-FF4D-1D356B31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9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BB1B1-04FA-BA97-ECF3-61DC65F63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9CD45-DF68-C3A7-BD38-85F9475A8C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FBEC8-520C-F3D8-32A4-F28A1F786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23C3C-D233-ADAB-3F5E-E6454E213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9CA25-313A-AF8C-21AA-138D16497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E6AF0-DC1A-B8F8-6270-A0E813EDE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178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0C084-6F32-171F-D9C3-7CA541F06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BB6EB3-00FF-1C3A-C216-0C897611D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2BBC5-EF81-5A65-FB85-4B780ED4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53B67-C9BE-100D-FFDF-EFAB37A60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3E983-F95C-E165-8104-5A0DEA883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47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9A19F7-6182-36C3-E8A3-4EB194F835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C48814-E165-CD1C-29F0-6E790C73B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67670-9EAD-345D-E528-1DC2E201C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B1160-5BD2-9A1A-672F-408A7CA50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EA2FB-723E-4243-EE93-2068E73D7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494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784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960000" y="1907933"/>
            <a:ext cx="10272000" cy="42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2438339" lvl="3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3047924" lvl="4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3657509" lvl="5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4267093" lvl="6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4876678" lvl="7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5486263" lvl="8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29263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C6CFD-5814-9ED2-2B86-FB0EFC191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DC0D5-8BE2-6BE9-7867-7896523CE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8E352-CF57-5519-65F6-A40208BADB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9AC0-57E6-4806-9FC7-7423DB7F4C3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5BFA5-9814-9D77-9580-804B22957E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68CBE-BD77-44C6-20FA-5A465825A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334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207360" y="335001"/>
            <a:ext cx="11666291" cy="201600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t>Senior Design Project Review</a:t>
            </a:r>
          </a:p>
          <a:p>
            <a:r>
              <a:t>Network Intrusion Detection System</a:t>
            </a:r>
          </a:p>
        </p:txBody>
      </p:sp>
      <p:sp>
        <p:nvSpPr>
          <p:cNvPr id="95" name="TextShape 2"/>
          <p:cNvSpPr txBox="1"/>
          <p:nvPr/>
        </p:nvSpPr>
        <p:spPr>
          <a:xfrm>
            <a:off x="3983765" y="2137297"/>
            <a:ext cx="3210843" cy="863640"/>
          </a:xfrm>
          <a:prstGeom prst="rect">
            <a:avLst/>
          </a:prstGeom>
          <a:noFill/>
          <a:ln>
            <a:noFill/>
          </a:ln>
        </p:spPr>
        <p:txBody>
          <a:bodyPr lIns="120000" tIns="0" rIns="120000" bIns="60000">
            <a:normAutofit fontScale="94000"/>
          </a:bodyPr>
          <a:lstStyle/>
          <a:p>
            <a:pPr algn="ctr">
              <a:lnSpc>
                <a:spcPct val="100000"/>
              </a:lnSpc>
            </a:pPr>
            <a:r>
              <a:t>SDP ID:</a:t>
            </a:r>
            <a:endParaRPr lang="en-IN" sz="2400" spc="-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t>sdpfinalreview</a:t>
            </a:r>
          </a:p>
        </p:txBody>
      </p:sp>
      <p:sp>
        <p:nvSpPr>
          <p:cNvPr id="96" name="CustomShape 3"/>
          <p:cNvSpPr/>
          <p:nvPr/>
        </p:nvSpPr>
        <p:spPr>
          <a:xfrm>
            <a:off x="311259" y="2808341"/>
            <a:ext cx="4896544" cy="241975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60000" rIns="120000" bIns="60000">
            <a:spAutoFit/>
          </a:bodyPr>
          <a:lstStyle/>
          <a:p>
            <a:r>
              <a:t>Presented By:</a:t>
            </a:r>
            <a:endParaRPr lang="en-IN" sz="1867" spc="-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t>sdpfinalreview</a:t>
            </a:r>
          </a:p>
        </p:txBody>
      </p:sp>
      <p:sp>
        <p:nvSpPr>
          <p:cNvPr id="97" name="CustomShape 4"/>
          <p:cNvSpPr/>
          <p:nvPr/>
        </p:nvSpPr>
        <p:spPr>
          <a:xfrm>
            <a:off x="7440150" y="5585003"/>
            <a:ext cx="5163893" cy="12702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60000" rIns="120000" bIns="60000">
            <a:spAutoFit/>
          </a:bodyPr>
          <a:lstStyle/>
          <a:p>
            <a:pPr algn="ctr">
              <a:lnSpc>
                <a:spcPct val="100000"/>
              </a:lnSpc>
            </a:pPr>
            <a:r>
              <a:t>SCOPE</a:t>
            </a:r>
          </a:p>
          <a:p>
            <a:r>
              <a:t>VIT-AP University,</a:t>
            </a:r>
          </a:p>
          <a:p>
            <a:r>
              <a:t>Amravati, India</a:t>
            </a:r>
          </a:p>
        </p:txBody>
      </p:sp>
      <p:sp>
        <p:nvSpPr>
          <p:cNvPr id="98" name="TextShape 5"/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F277BE30-6CD2-45EB-896E-478D60EBC98C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</a:t>
            </a:fld>
            <a:endParaRPr lang="en-IN" sz="1600" spc="-1">
              <a:latin typeface="Times New Roman"/>
            </a:endParaRPr>
          </a:p>
        </p:txBody>
      </p:sp>
      <p:sp>
        <p:nvSpPr>
          <p:cNvPr id="99" name="CustomShape 6"/>
          <p:cNvSpPr/>
          <p:nvPr/>
        </p:nvSpPr>
        <p:spPr>
          <a:xfrm>
            <a:off x="207360" y="-144360"/>
            <a:ext cx="406080" cy="30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60FE66-D837-8A32-CA26-C63B350C9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704" y="76681"/>
            <a:ext cx="2035376" cy="5166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205574" y="233053"/>
            <a:ext cx="11149237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81500" lnSpcReduction="20000"/>
          </a:bodyPr>
          <a:lstStyle/>
          <a:p>
            <a:pPr>
              <a:lnSpc>
                <a:spcPct val="100000"/>
              </a:lnSpc>
            </a:pPr>
            <a:r>
              <a:rPr lang="en-US" sz="4267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Presentation</a:t>
            </a:r>
            <a:r>
              <a:rPr lang="en-US" sz="4267" b="1" spc="-1" dirty="0">
                <a:solidFill>
                  <a:srgbClr val="8A0000"/>
                </a:solidFill>
                <a:latin typeface="Times New Roman" pitchFamily="18" charset="0"/>
                <a:cs typeface="Times New Roman" pitchFamily="18" charset="0"/>
              </a:rPr>
              <a:t> Outline</a:t>
            </a:r>
            <a:br>
              <a:rPr sz="2400" dirty="0">
                <a:latin typeface="Times New Roman" pitchFamily="18" charset="0"/>
                <a:cs typeface="Times New Roman" pitchFamily="18" charset="0"/>
              </a:rPr>
            </a:br>
            <a:endParaRPr lang="en-US" sz="5733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TextShape 2"/>
          <p:cNvSpPr txBox="1"/>
          <p:nvPr/>
        </p:nvSpPr>
        <p:spPr>
          <a:xfrm>
            <a:off x="479957" y="804373"/>
            <a:ext cx="11339739" cy="57401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491388" indent="-380990">
              <a:spcBef>
                <a:spcPts val="801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t>Introduction</a:t>
            </a:r>
          </a:p>
          <a:p>
            <a:pPr/>
            <a:r>
              <a:t>Project Overview and Problem Statement</a:t>
            </a:r>
          </a:p>
          <a:p>
            <a:pPr/>
            <a:r>
              <a:t>Motivations</a:t>
            </a:r>
          </a:p>
          <a:p>
            <a:pPr/>
            <a:r>
              <a:t>Background &amp; Related Work / Literature Review</a:t>
            </a:r>
          </a:p>
          <a:p>
            <a:pPr/>
            <a:r>
              <a:t>Project Objectives</a:t>
            </a:r>
          </a:p>
          <a:p>
            <a:pPr/>
            <a:r>
              <a:t>Proposed Solution</a:t>
            </a:r>
          </a:p>
          <a:p>
            <a:pPr/>
            <a:r>
              <a:t>Simulation and Results</a:t>
            </a:r>
          </a:p>
          <a:p>
            <a:pPr/>
            <a:r>
              <a:t>Summary</a:t>
            </a:r>
          </a:p>
        </p:txBody>
      </p:sp>
      <p:sp>
        <p:nvSpPr>
          <p:cNvPr id="103" name="TextShape 3"/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98A15F4-BA1A-4DF0-8C36-812FE3A649CD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465B10-025F-38FB-D40D-A8B640C930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143339" y="-123395"/>
            <a:ext cx="11149237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239349" y="836712"/>
            <a:ext cx="11339739" cy="48002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t>Project Overview</a:t>
            </a:r>
          </a:p>
          <a:p>
            <a:pPr/>
            <a:r>
              <a:t>AI-powered network intrusion detection system for UNSW-NB15 traffic.</a:t>
            </a:r>
          </a:p>
          <a:p>
            <a:pPr/>
            <a:r>
              <a:t>Uses an ensemble of machine-learning models to classify traffic as normal or attack.</a:t>
            </a:r>
          </a:p>
          <a:p>
            <a:pPr/>
            <a:r>
              <a:t>Exposes a Flask REST API and a React dashboard for real-time and batch analysis.</a:t>
            </a:r>
          </a:p>
          <a:p>
            <a:pPr/>
            <a:r>
              <a:t>Problem Statement</a:t>
            </a:r>
          </a:p>
          <a:p>
            <a:pPr/>
            <a:r>
              <a:t>Manual monitoring is too slow for modern network traffic volumes.</a:t>
            </a:r>
          </a:p>
          <a:p>
            <a:pPr/>
            <a:r>
              <a:t>A practical IDS must be accurate, fast, explainable, and usable by operators.</a:t>
            </a:r>
          </a:p>
        </p:txBody>
      </p:sp>
      <p:sp>
        <p:nvSpPr>
          <p:cNvPr id="107" name="TextShape 3"/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3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778CB6-DE7A-C21F-2E51-769B34EEC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124187" y="-152800"/>
            <a:ext cx="11149237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145221" y="836712"/>
            <a:ext cx="11339739" cy="48002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t>Detect attacks earlier and reduce response time for suspicious traffic.</a:t>
            </a:r>
          </a:p>
          <a:p>
            <a:pPr/>
            <a:r>
              <a:t>Provide probabilistic threat scores instead of a hard yes/no output only.</a:t>
            </a:r>
          </a:p>
          <a:p>
            <a:pPr/>
            <a:r>
              <a:t>Support both single-sample and batch prediction workflows.</a:t>
            </a:r>
          </a:p>
          <a:p>
            <a:pPr/>
            <a:r>
              <a:t>Show results in a modern UI so the system can be demonstrated and reviewed easily.</a:t>
            </a:r>
          </a:p>
          <a:p>
            <a:pPr/>
            <a:r>
              <a:t>Use the UNSW-NB15 dataset because it is widely used for network intrusion research.</a:t>
            </a:r>
          </a:p>
        </p:txBody>
      </p:sp>
      <p:sp>
        <p:nvSpPr>
          <p:cNvPr id="107" name="TextShape 3"/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4</a:t>
            </a:fld>
            <a:endParaRPr lang="en-IN" sz="1600" spc="-1">
              <a:latin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1CC52B-73B7-DDD2-C741-7527C90E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45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27643" y="160200"/>
            <a:ext cx="11053987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75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6800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&amp; Related Work / Literature Review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/>
          <p:cNvSpPr txBox="1"/>
          <p:nvPr/>
        </p:nvSpPr>
        <p:spPr>
          <a:xfrm>
            <a:off x="291560" y="1022660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t>Signature-based IDS tools are effective for known attacks but weaker on new variants.</a:t>
            </a:r>
          </a:p>
          <a:p>
            <a:pPr/>
            <a:r>
              <a:t>Traditional ML-based IDS pipelines often improve detection by learning from network features.</a:t>
            </a:r>
          </a:p>
          <a:p>
            <a:pPr/>
            <a:r>
              <a:t>Random Forest, gradient boosting, and ensemble methods are common baselines for tabular IDS data.</a:t>
            </a:r>
          </a:p>
          <a:p>
            <a:pPr/>
            <a:r>
              <a:t>Probability calibration is important because raw model scores can be overconfident.</a:t>
            </a:r>
          </a:p>
          <a:p>
            <a:pPr/>
            <a:r>
              <a:t>A web dashboard improves practical usability compared with offline-only evaluation scripts.</a:t>
            </a:r>
          </a:p>
        </p:txBody>
      </p:sp>
      <p:sp>
        <p:nvSpPr>
          <p:cNvPr id="111" name="TextShape 3"/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5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6C75E4-0647-31EF-D0A1-31E02A040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67AF1-BE59-6F47-8D82-74577F14A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87099D82-27AF-790A-F4C4-8CDA517EDB6D}"/>
              </a:ext>
            </a:extLst>
          </p:cNvPr>
          <p:cNvSpPr txBox="1"/>
          <p:nvPr/>
        </p:nvSpPr>
        <p:spPr>
          <a:xfrm>
            <a:off x="102860" y="68627"/>
            <a:ext cx="11053987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75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6800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&amp; Related Work / Literature Review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A09CD804-8FB9-C4C6-6D5A-14FF502429C5}"/>
              </a:ext>
            </a:extLst>
          </p:cNvPr>
          <p:cNvSpPr txBox="1"/>
          <p:nvPr/>
        </p:nvSpPr>
        <p:spPr>
          <a:xfrm>
            <a:off x="269283" y="836712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t>Many prior systems stop at model training and do not expose a live prediction interface.</a:t>
            </a:r>
          </a:p>
          <a:p>
            <a:pPr/>
            <a:r>
              <a:t>Some models report accuracy but not calibrated probabilities or calibration metrics.</a:t>
            </a:r>
          </a:p>
          <a:p>
            <a:pPr/>
            <a:r>
              <a:t>Single-model approaches are less robust than a stacked ensemble on tabular traffic data.</a:t>
            </a:r>
          </a:p>
          <a:p>
            <a:pPr/>
            <a:r>
              <a:t>This project adds backend API endpoints, frontend visualization, batch processing, and model metadata.</a:t>
            </a:r>
          </a:p>
          <a:p>
            <a:pPr/>
            <a:r>
              <a:t>The final review package also includes reproducible reports and evaluation artifacts.</a:t>
            </a: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8D6AF4AD-9CAB-8255-1B67-55C19C994E41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6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D9BC8F-3683-6FA3-721D-8F2B9E45C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71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7D6-03BF-ABD4-5963-0B5933A50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2E241FF9-5D2F-1BC3-DBC2-17F24C9AB970}"/>
              </a:ext>
            </a:extLst>
          </p:cNvPr>
          <p:cNvSpPr txBox="1"/>
          <p:nvPr/>
        </p:nvSpPr>
        <p:spPr>
          <a:xfrm>
            <a:off x="250476" y="265392"/>
            <a:ext cx="11053987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75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6800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Objectives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715BEA23-F073-686E-2A38-52DB7FE8849D}"/>
              </a:ext>
            </a:extLst>
          </p:cNvPr>
          <p:cNvSpPr txBox="1"/>
          <p:nvPr/>
        </p:nvSpPr>
        <p:spPr>
          <a:xfrm>
            <a:off x="269283" y="836712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/>
            <a:r>
              <a:t>Build a working intrusion detection pipeline for the UNSW-NB15 dataset.</a:t>
            </a:r>
            <a:endParaRPr lang="en-US" sz="2667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/>
            <a:r>
              <a:t>Train and evaluate multiple models and combine them into an ensemble.</a:t>
            </a:r>
          </a:p>
          <a:p>
            <a:pPr/>
            <a:r>
              <a:t>Expose prediction, batch prediction, health, and model-info endpoints.</a:t>
            </a:r>
          </a:p>
          <a:p>
            <a:pPr/>
            <a:r>
              <a:t>Provide an interactive frontend for real-time threat monitoring.</a:t>
            </a:r>
          </a:p>
          <a:p>
            <a:pPr/>
            <a:r>
              <a:t>Document performance, calibration, and implementation outcomes clearly.</a:t>
            </a: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C3F1BA4A-B791-6659-F2FD-2647DE6FC648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7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B12AD2-865E-7C9C-72CF-6E38897C7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485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77216-89C0-CB9D-AE24-E3E9229B8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C2B8452B-B807-C124-7AEC-AE5ED6AE1FBE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C5E87E07-06AC-81A7-D8B2-979F958A9CDA}"/>
              </a:ext>
            </a:extLst>
          </p:cNvPr>
          <p:cNvSpPr txBox="1"/>
          <p:nvPr/>
        </p:nvSpPr>
        <p:spPr>
          <a:xfrm>
            <a:off x="279555" y="740701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t>Input data flows from raw feature vectors into preprocessing and scaling.</a:t>
            </a:r>
          </a:p>
          <a:p>
            <a:pPr/>
            <a:r>
              <a:t>Base learners produce attack probabilities that are stacked by a logistic meta-model.</a:t>
            </a:r>
          </a:p>
          <a:p>
            <a:pPr/>
            <a:r>
              <a:t>A calibration layer adjusts the ensemble probability for better reliability.</a:t>
            </a:r>
          </a:p>
          <a:p>
            <a:pPr/>
            <a:r>
              <a:t>The Flask backend serves predictions and model metadata over REST.</a:t>
            </a:r>
          </a:p>
          <a:p>
            <a:pPr/>
            <a:r>
              <a:t>The React frontend presents live status, charts, batch summaries, and activity history.</a:t>
            </a: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76ABF230-9CC5-BA19-052D-F9AD7EDF257F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8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3CA4B3-7F11-0967-B261-8D75F1438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295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89332-D921-3BFE-A1C6-4CDA73701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C9DF74D6-8542-66F4-E5C8-36EC5552BBBE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7D592292-8B68-0429-6562-4780C7DA3939}"/>
              </a:ext>
            </a:extLst>
          </p:cNvPr>
          <p:cNvSpPr txBox="1"/>
          <p:nvPr/>
        </p:nvSpPr>
        <p:spPr>
          <a:xfrm>
            <a:off x="291560" y="740701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t>Backend API: prediction, batch prediction, health, sample batch, and model-info endpoints.</a:t>
            </a:r>
          </a:p>
          <a:p>
            <a:pPr/>
            <a:r>
              <a:t>Model artifacts: base estimators, scaler, feature names, categorical mappings, and calibrator.</a:t>
            </a:r>
          </a:p>
          <a:p>
            <a:pPr/>
            <a:r>
              <a:t>Frontend dashboard: single prediction form, batch workflow, charts, logs, and summary panels.</a:t>
            </a:r>
          </a:p>
          <a:p>
            <a:pPr/>
            <a:r>
              <a:t>Training and evaluation scripts: model training, metrics generation, and report creation.</a:t>
            </a:r>
          </a:p>
          <a:p>
            <a:pPr/>
            <a:r>
              <a:t>Artifacts folder: saved metrics, calibration comparison, and probability distribution summaries.</a:t>
            </a: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471D65F0-7C33-1A96-D35E-3C9EDA24150A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9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C0F54D-98A0-7154-F3DB-CEA97F35E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31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0AD02-BE5E-1467-2150-90B5D7403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AFE7C81F-6E58-2367-107E-6694BBFC4019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9C105956-1DE0-D7E6-B955-48A1A17A560C}"/>
              </a:ext>
            </a:extLst>
          </p:cNvPr>
          <p:cNvSpPr txBox="1"/>
          <p:nvPr/>
        </p:nvSpPr>
        <p:spPr>
          <a:xfrm>
            <a:off x="291560" y="740701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t>Algorithms: Random Forest, XGBoost, LightGBM, Extra Trees, MLP, and Logistic Regression meta-model.</a:t>
            </a:r>
          </a:p>
          <a:p>
            <a:pPr/>
            <a:r>
              <a:t>Calibration: temperature scaling selected for the final UNSW profile.</a:t>
            </a:r>
          </a:p>
          <a:p>
            <a:pPr/>
            <a:r>
              <a:t>Data tooling: pandas, numpy, joblib, scikit-learn.</a:t>
            </a:r>
          </a:p>
          <a:p>
            <a:pPr/>
            <a:r>
              <a:t>Backend: Flask with Flask-CORS.</a:t>
            </a:r>
          </a:p>
          <a:p>
            <a:pPr/>
            <a:r>
              <a:t>Frontend: React, Vite, and Recharts.</a:t>
            </a: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F4BC6724-9707-184F-3066-39F40243A6B0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10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15297C-41A1-D3DE-E0E5-215AC0FFA2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501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92C97-F36E-BCB4-699E-2D8162180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92160046-EB52-CD90-37C0-AFB11476B9CB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 and Results</a:t>
            </a:r>
            <a:br>
              <a:rPr lang="en-US" sz="7066" b="1" spc="-1" dirty="0">
                <a:solidFill>
                  <a:srgbClr val="8A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8A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7F3FF00A-8B20-B862-1391-CAE97E4165AE}"/>
              </a:ext>
            </a:extLst>
          </p:cNvPr>
          <p:cNvSpPr txBox="1"/>
          <p:nvPr/>
        </p:nvSpPr>
        <p:spPr>
          <a:xfrm>
            <a:off x="305820" y="740701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t>Active dataset/profile: UNSW-NB15</a:t>
            </a:r>
          </a:p>
          <a:p>
            <a:pPr/>
            <a:r>
              <a:t>Training set shape: 82332 samples x 45 columns</a:t>
            </a:r>
          </a:p>
          <a:p>
            <a:pPr/>
            <a:r>
              <a:t>Test set shape: 175341 samples x 45 columns</a:t>
            </a:r>
          </a:p>
          <a:p>
            <a:pPr/>
            <a:r>
              <a:t>Feature count used by the active model: 42</a:t>
            </a:r>
          </a:p>
          <a:p>
            <a:pPr/>
            <a:r>
              <a:t>Categorical columns handled explicitly: proto, service, state</a:t>
            </a:r>
          </a:p>
          <a:p>
            <a:pPr/>
            <a:r>
              <a:t>Model output: class label plus calibrated attack probability.</a:t>
            </a: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64EDF79D-8D5B-6AFF-0EA3-42D35D8BD3BA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11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629E7A-873F-C14D-0B20-4F447B950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089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7A995-01EF-3BFB-7823-ADBBEBB2F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9538C986-A499-4BC7-0FC4-41C7F2F0E21A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 and Results 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B2CA8E46-881A-8416-8683-D5ED614CAA5C}"/>
              </a:ext>
            </a:extLst>
          </p:cNvPr>
          <p:cNvSpPr txBox="1"/>
          <p:nvPr/>
        </p:nvSpPr>
        <p:spPr>
          <a:xfrm>
            <a:off x="305820" y="740701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t>Base model order: rf, xgb, lgb, et, mlp</a:t>
            </a:r>
          </a:p>
          <a:p>
            <a:pPr/>
            <a:r>
              <a:t>Meta-model: LogisticRegression</a:t>
            </a:r>
          </a:p>
          <a:p>
            <a:pPr/>
            <a:r>
              <a:t>OOF folds: 5</a:t>
            </a:r>
          </a:p>
          <a:p>
            <a:pPr/>
            <a:r>
              <a:t>Calibration split: 0.2</a:t>
            </a:r>
          </a:p>
          <a:p>
            <a:pPr/>
            <a:r>
              <a:t>Selected calibration method: temperature</a:t>
            </a:r>
          </a:p>
          <a:p>
            <a:pPr/>
            <a:r>
              <a:t>Temperature value: 2.5</a:t>
            </a:r>
          </a:p>
          <a:p>
            <a:pPr/>
            <a:r>
              <a:t>Threat thresholds in the UI: Low &lt; 40%, Medium 40-70%, High &gt; 70%</a:t>
            </a: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8F31D5F8-9576-A840-BF26-6AA4B120CB3B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12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341B09-4214-E675-25C5-C90970731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369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36590-130F-3A1D-795E-8AFFC2DA4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92F14393-9A37-2D02-0344-78D9F6E689B1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 and Results 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E49C05A0-2C97-2541-4E28-44A122580ED2}"/>
              </a:ext>
            </a:extLst>
          </p:cNvPr>
          <p:cNvSpPr txBox="1"/>
          <p:nvPr/>
        </p:nvSpPr>
        <p:spPr>
          <a:xfrm>
            <a:off x="305820" y="740701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t>Ensemble test accuracy: 0.9012039397516839</a:t>
            </a:r>
            <a:endParaRPr lang="en-US" sz="3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/>
            <a:r>
              <a:t>Ensemble test precision: 0.9886855719486491</a:t>
            </a:r>
          </a:p>
          <a:p>
            <a:pPr/>
            <a:r>
              <a:t>Ensemble test recall: 0.8647405334294166</a:t>
            </a:r>
          </a:p>
          <a:p>
            <a:pPr/>
            <a:r>
              <a:t>Ensemble test F1: 0.9225687351656753</a:t>
            </a:r>
          </a:p>
          <a:p>
            <a:pPr/>
            <a:r>
              <a:t>Ensemble calibrated Brier score: 0.07021187230928971</a:t>
            </a:r>
          </a:p>
          <a:p>
            <a:pPr/>
            <a:r>
              <a:t>Frontend outcomes: live status, trend chart, pie chart, batch summaries, and system logs.</a:t>
            </a: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8EC59059-43FC-16C5-5641-AD3BDB705205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13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CCC750-5D7C-122E-E515-2121CE9DC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66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40B70-1216-02D6-262F-052A2F4E1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B60AF336-44CE-7247-0B45-79090645D009}"/>
              </a:ext>
            </a:extLst>
          </p:cNvPr>
          <p:cNvSpPr txBox="1"/>
          <p:nvPr/>
        </p:nvSpPr>
        <p:spPr>
          <a:xfrm>
            <a:off x="239349" y="-57612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US" sz="7066" b="1" spc="-1" dirty="0">
              <a:solidFill>
                <a:srgbClr val="8A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04B85FD5-3FAE-79AB-5054-FA07D62206A0}"/>
              </a:ext>
            </a:extLst>
          </p:cNvPr>
          <p:cNvSpPr txBox="1"/>
          <p:nvPr/>
        </p:nvSpPr>
        <p:spPr>
          <a:xfrm>
            <a:off x="305820" y="740701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t>Key finding: the stacked ensemble gives strong overall detection performance on UNSW-NB15.</a:t>
            </a:r>
          </a:p>
          <a:p>
            <a:pPr/>
            <a:r>
              <a:t>Calibration reduces overconfident predictions and improves probability usefulness.</a:t>
            </a:r>
          </a:p>
          <a:p>
            <a:pPr/>
            <a:r>
              <a:t>Limitation: the system is model-based and still depends on feature quality and training data coverage.</a:t>
            </a:r>
          </a:p>
          <a:p>
            <a:pPr/>
            <a:r>
              <a:t>Future work: live packet capture, richer explainability, retraining automation, and deployment hardening.</a:t>
            </a: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C0F35EE9-6632-A4B6-2276-B6EF73DD62FE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14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17C302-E233-3B61-E0B1-D2E6140F25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775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17" y="158727"/>
            <a:ext cx="11244488" cy="738664"/>
          </a:xfrm>
        </p:spPr>
        <p:txBody>
          <a:bodyPr/>
          <a:lstStyle/>
          <a:p>
            <a:r>
              <a:rPr lang="en-IN" sz="3200" b="1" spc="-1" dirty="0">
                <a:solidFill>
                  <a:srgbClr val="5723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lang="en-US" sz="3200" b="1" spc="-1" dirty="0">
              <a:solidFill>
                <a:srgbClr val="57231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224417" y="980728"/>
            <a:ext cx="11632223" cy="4896544"/>
          </a:xfrm>
        </p:spPr>
        <p:txBody>
          <a:bodyPr/>
          <a:lstStyle/>
          <a:p>
            <a:pPr>
              <a:buClr>
                <a:srgbClr val="C00000"/>
              </a:buClr>
            </a:pPr>
            <a:r>
              <a:t>References</a:t>
            </a:r>
          </a:p>
          <a:p>
            <a:r>
              <a:t>Moustafa, N., &amp; Slay, J. (2015). UNSW-NB15: a comprehensive data set for network intrusion detection systems.</a:t>
            </a:r>
          </a:p>
          <a:p>
            <a:r>
              <a:t>Pedregosa, F., et al. (2011). Scikit-learn: Machine Learning in Python. Journal of Machine Learning Research.</a:t>
            </a:r>
          </a:p>
          <a:p>
            <a:r>
              <a:t>Flask Documentation. https://flask.palletsprojects.com/</a:t>
            </a:r>
          </a:p>
          <a:p>
            <a:r>
              <a:t>React Documentation. https://react.dev/</a:t>
            </a:r>
          </a:p>
          <a:p>
            <a:r>
              <a:t>Vite Documentation. https://vitejs.dev/</a:t>
            </a:r>
          </a:p>
          <a:p>
            <a:r>
              <a:t>Recharts Documentation. https://recharts.org/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F358C6-30AF-91C7-9A73-158A41913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1914240" y="274680"/>
            <a:ext cx="9996960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Autofit/>
          </a:bodyPr>
          <a:lstStyle/>
          <a:p>
            <a:r>
              <a:t>Thank You</a:t>
            </a:r>
            <a:endParaRPr lang="en-US" sz="2400" spc="-1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5" name="TextShape 2"/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t>sdpfinalreview</a:t>
            </a:r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FCBCE0-B505-3CFD-B630-DF11CC080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674" y="2123332"/>
            <a:ext cx="5856652" cy="26113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271</Words>
  <Application>Microsoft Office PowerPoint</Application>
  <PresentationFormat>Widescreen</PresentationFormat>
  <Paragraphs>113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Arial</vt:lpstr>
      <vt:lpstr>Arial Black</vt:lpstr>
      <vt:lpstr>Arial Narrow</vt:lpstr>
      <vt:lpstr>Bebas Neue</vt:lpstr>
      <vt:lpstr>Calibri</vt:lpstr>
      <vt:lpstr>Calibri Light</vt:lpstr>
      <vt:lpstr>Gill Sans MT</vt:lpstr>
      <vt:lpstr>Quicksand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Samuka Mohanty</dc:creator>
  <cp:lastModifiedBy>vit-ap</cp:lastModifiedBy>
  <cp:revision>2</cp:revision>
  <dcterms:created xsi:type="dcterms:W3CDTF">2026-05-03T04:16:34Z</dcterms:created>
  <dcterms:modified xsi:type="dcterms:W3CDTF">2026-05-03T16:47:50Z</dcterms:modified>
</cp:coreProperties>
</file>