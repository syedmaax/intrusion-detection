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1666" y="2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Network Intrusion Detection System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9043C50-0AE3-3CD4-B352-9BACF6D5F1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Intro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Goal: classify network traffic as Normal or Attack</a:t>
            </a:r>
          </a:p>
          <a:p>
            <a:pPr>
              <a:defRPr sz="2000"/>
            </a:pPr>
            <a:r>
              <a:t>Dataset: UNSW-NB15 train and test split</a:t>
            </a:r>
          </a:p>
          <a:p>
            <a:pPr>
              <a:defRPr sz="2000"/>
            </a:pPr>
            <a:r>
              <a:t>System: Flask backend + React dashboard</a:t>
            </a:r>
          </a:p>
          <a:p>
            <a:pPr>
              <a:defRPr sz="2000"/>
            </a:pPr>
            <a:r>
              <a:t>Approach: stacked ensemble + probability calibration</a:t>
            </a:r>
          </a:p>
          <a:p>
            <a:pPr>
              <a:defRPr sz="2000"/>
            </a:pPr>
            <a:r>
              <a:t>Output: prediction, attack probability, threat level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Parameters The Model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778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Traffic and Packet Behavior</a:t>
            </a:r>
          </a:p>
          <a:p>
            <a:pPr>
              <a:defRPr sz="1400"/>
            </a:pPr>
            <a:r>
              <a:t>dur: connection duration</a:t>
            </a:r>
          </a:p>
          <a:p>
            <a:pPr>
              <a:defRPr sz="1400"/>
            </a:pPr>
            <a:r>
              <a:t>spkts, dpkts: packet counts</a:t>
            </a:r>
          </a:p>
          <a:p>
            <a:pPr>
              <a:defRPr sz="1400"/>
            </a:pPr>
            <a:r>
              <a:t>sbytes, dbytes: byte counts</a:t>
            </a:r>
          </a:p>
          <a:p>
            <a:pPr>
              <a:defRPr sz="1400"/>
            </a:pPr>
            <a:r>
              <a:t>rate: traffic rate</a:t>
            </a:r>
          </a:p>
          <a:p>
            <a:pPr>
              <a:defRPr sz="1400"/>
            </a:pPr>
            <a:r>
              <a:t>sinpkt, dinpkt: packet timing</a:t>
            </a:r>
          </a:p>
          <a:p>
            <a:pPr>
              <a:defRPr sz="1400"/>
            </a:pPr>
            <a:r>
              <a:t>sjit, djit: jitter</a:t>
            </a:r>
          </a:p>
          <a:p>
            <a:pPr>
              <a:defRPr sz="1400"/>
            </a:pPr>
            <a:r>
              <a:t>sttl, dttl: TTL values</a:t>
            </a:r>
          </a:p>
          <a:p>
            <a:pPr>
              <a:defRPr sz="1400"/>
            </a:pPr>
            <a:r>
              <a:t>sload, dload: traffic 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4064" y="1257459"/>
            <a:ext cx="557784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dirty="0"/>
              <a:t>Protocol and Pattern Indicators</a:t>
            </a:r>
          </a:p>
          <a:p>
            <a:pPr>
              <a:defRPr sz="1400"/>
            </a:pPr>
            <a:r>
              <a:rPr dirty="0"/>
              <a:t>proto, service, state: protocol/service/state</a:t>
            </a:r>
          </a:p>
          <a:p>
            <a:pPr>
              <a:defRPr sz="1400"/>
            </a:pPr>
            <a:r>
              <a:rPr dirty="0" err="1"/>
              <a:t>tcprtt</a:t>
            </a:r>
            <a:r>
              <a:rPr dirty="0"/>
              <a:t>, </a:t>
            </a:r>
            <a:r>
              <a:rPr dirty="0" err="1"/>
              <a:t>synack</a:t>
            </a:r>
            <a:r>
              <a:rPr dirty="0"/>
              <a:t>, </a:t>
            </a:r>
            <a:r>
              <a:rPr dirty="0" err="1"/>
              <a:t>ackdat</a:t>
            </a:r>
            <a:r>
              <a:rPr dirty="0"/>
              <a:t>: TCP timing</a:t>
            </a:r>
          </a:p>
          <a:p>
            <a:pPr>
              <a:defRPr sz="1400"/>
            </a:pPr>
            <a:r>
              <a:rPr dirty="0" err="1"/>
              <a:t>ct_srv_src</a:t>
            </a:r>
            <a:r>
              <a:rPr dirty="0"/>
              <a:t>: repeated service from source</a:t>
            </a:r>
          </a:p>
          <a:p>
            <a:pPr>
              <a:defRPr sz="1400"/>
            </a:pPr>
            <a:r>
              <a:rPr dirty="0" err="1"/>
              <a:t>ct_dst_ltm</a:t>
            </a:r>
            <a:r>
              <a:rPr dirty="0"/>
              <a:t>: repeated destination access</a:t>
            </a:r>
          </a:p>
          <a:p>
            <a:pPr>
              <a:defRPr sz="1400"/>
            </a:pPr>
            <a:r>
              <a:rPr dirty="0" err="1"/>
              <a:t>ct_src_dport_ltm</a:t>
            </a:r>
            <a:r>
              <a:rPr dirty="0"/>
              <a:t>: repeated </a:t>
            </a:r>
            <a:r>
              <a:rPr dirty="0" err="1"/>
              <a:t>dst</a:t>
            </a:r>
            <a:r>
              <a:rPr dirty="0"/>
              <a:t> port from source</a:t>
            </a:r>
          </a:p>
          <a:p>
            <a:pPr>
              <a:defRPr sz="1400"/>
            </a:pPr>
            <a:r>
              <a:rPr dirty="0" err="1"/>
              <a:t>ct_flw_http_mthd</a:t>
            </a:r>
            <a:r>
              <a:rPr dirty="0"/>
              <a:t>: HTTP method count</a:t>
            </a:r>
          </a:p>
          <a:p>
            <a:pPr>
              <a:defRPr sz="1400"/>
            </a:pPr>
            <a:r>
              <a:rPr dirty="0" err="1"/>
              <a:t>is_ftp_login</a:t>
            </a:r>
            <a:r>
              <a:rPr dirty="0"/>
              <a:t>: FTP login indicator</a:t>
            </a:r>
          </a:p>
          <a:p>
            <a:pPr>
              <a:defRPr sz="1400"/>
            </a:pPr>
            <a:r>
              <a:rPr dirty="0" err="1"/>
              <a:t>is_sm_ips_ports</a:t>
            </a:r>
            <a:r>
              <a:rPr dirty="0"/>
              <a:t>: 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dst</a:t>
            </a:r>
            <a:r>
              <a:rPr dirty="0"/>
              <a:t> same IP-port pattern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 and Ensemble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Base models: Random Forest, XGBoost, LightGBM, Extra Trees, MLP</a:t>
            </a:r>
          </a:p>
          <a:p>
            <a:pPr>
              <a:defRPr sz="2000"/>
            </a:pPr>
            <a:r>
              <a:t>Each base model outputs attack probability</a:t>
            </a:r>
          </a:p>
          <a:p>
            <a:pPr>
              <a:defRPr sz="2000"/>
            </a:pPr>
            <a:r>
              <a:t>Meta model combines base probabilities (stacking)</a:t>
            </a:r>
          </a:p>
          <a:p>
            <a:pPr>
              <a:defRPr sz="2000"/>
            </a:pPr>
            <a:r>
              <a:t>Meta model used: LogisticRegression</a:t>
            </a:r>
          </a:p>
          <a:p>
            <a:pPr>
              <a:defRPr sz="2000"/>
            </a:pPr>
            <a:r>
              <a:t>Final probability is calibrated for interpretability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Metrics (Individual + Ensemble)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6371968"/>
              </p:ext>
            </p:extLst>
          </p:nvPr>
        </p:nvGraphicFramePr>
        <p:xfrm>
          <a:off x="-82296" y="1627632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rPr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ROC-AUC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0.8614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LightGBM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0.8622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Extra Trees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0.8907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dirty="0"/>
                        <a:t>0.8592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0.9788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Ensemble 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Ensemble Calibrated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rPr dirty="0"/>
                        <a:t>0.9874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-45720"/>
            <a:ext cx="8229600" cy="1143000"/>
          </a:xfrm>
        </p:spPr>
        <p:txBody>
          <a:bodyPr/>
          <a:lstStyle/>
          <a:p>
            <a:r>
              <a:rPr dirty="0"/>
              <a:t>Confusion Matrix Overview</a:t>
            </a:r>
          </a:p>
        </p:txBody>
      </p:sp>
      <p:pic>
        <p:nvPicPr>
          <p:cNvPr id="3" name="Picture 2" descr="confusion_matrice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" y="865022"/>
            <a:ext cx="8921496" cy="53528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17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Model-wise confusion matrices on UNSW test 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Comparison</a:t>
            </a:r>
          </a:p>
        </p:txBody>
      </p:sp>
      <p:pic>
        <p:nvPicPr>
          <p:cNvPr id="3" name="Picture 2" descr="roc_curve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9096"/>
            <a:ext cx="7894320" cy="5526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17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AUC comparison across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"/>
            <a:ext cx="8229600" cy="1143000"/>
          </a:xfrm>
        </p:spPr>
        <p:txBody>
          <a:bodyPr/>
          <a:lstStyle/>
          <a:p>
            <a:r>
              <a:rPr dirty="0"/>
              <a:t>Calibration Curve</a:t>
            </a:r>
          </a:p>
        </p:txBody>
      </p:sp>
      <p:pic>
        <p:nvPicPr>
          <p:cNvPr id="3" name="Picture 2" descr="ensemble_calibration_curv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44880"/>
            <a:ext cx="7172960" cy="5379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217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Predicted probabilities vs observed outcomes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All individual models are working and contribute to final output</a:t>
            </a:r>
          </a:p>
          <a:p>
            <a:pPr>
              <a:defRPr sz="2000"/>
            </a:pPr>
            <a:r>
              <a:rPr dirty="0"/>
              <a:t>Ensemble improves stability and overall performance</a:t>
            </a:r>
          </a:p>
          <a:p>
            <a:pPr>
              <a:defRPr sz="2000"/>
            </a:pPr>
            <a:r>
              <a:rPr dirty="0"/>
              <a:t>Ensemble test accuracy: 0.9012</a:t>
            </a:r>
          </a:p>
          <a:p>
            <a:pPr>
              <a:defRPr sz="2000"/>
            </a:pPr>
            <a:r>
              <a:rPr dirty="0"/>
              <a:t>Model is ready for demonstration with live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341</Words>
  <Application>Microsoft Office PowerPoint</Application>
  <PresentationFormat>On-screen Show (4:3)</PresentationFormat>
  <Paragraphs>92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Network Intrusion Detection System</vt:lpstr>
      <vt:lpstr>Project Intro</vt:lpstr>
      <vt:lpstr>Key Parameters The Model Checks</vt:lpstr>
      <vt:lpstr>Models and Ensemble</vt:lpstr>
      <vt:lpstr>Test Metrics (Individual + Ensemble)</vt:lpstr>
      <vt:lpstr>Confusion Matrix Overview</vt:lpstr>
      <vt:lpstr>ROC Curve Comparison</vt:lpstr>
      <vt:lpstr>Calibration Curve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SYED SIBGHATULLAH</cp:lastModifiedBy>
  <cp:revision>2</cp:revision>
  <dcterms:created xsi:type="dcterms:W3CDTF">2013-01-27T09:14:16Z</dcterms:created>
  <dcterms:modified xsi:type="dcterms:W3CDTF">2026-04-14T18:25:23Z</dcterms:modified>
  <cp:category/>
</cp:coreProperties>
</file>